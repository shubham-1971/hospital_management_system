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2" r:id="rId4"/>
    <p:sldId id="263" r:id="rId5"/>
    <p:sldId id="261" r:id="rId6"/>
    <p:sldId id="264" r:id="rId7"/>
    <p:sldId id="258" r:id="rId8"/>
    <p:sldId id="259" r:id="rId9"/>
    <p:sldId id="260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Kumar" userId="e46c096b-f3cc-47db-bcd5-98988a210ea8" providerId="ADAL" clId="{50EC568D-F0CA-4037-BB7E-50D209189008}"/>
    <pc:docChg chg="modSld sldOrd">
      <pc:chgData name="Shubham Kumar" userId="e46c096b-f3cc-47db-bcd5-98988a210ea8" providerId="ADAL" clId="{50EC568D-F0CA-4037-BB7E-50D209189008}" dt="2026-06-04T05:37:19.348" v="13"/>
      <pc:docMkLst>
        <pc:docMk/>
      </pc:docMkLst>
      <pc:sldChg chg="ord">
        <pc:chgData name="Shubham Kumar" userId="e46c096b-f3cc-47db-bcd5-98988a210ea8" providerId="ADAL" clId="{50EC568D-F0CA-4037-BB7E-50D209189008}" dt="2026-06-04T05:36:28.394" v="5"/>
        <pc:sldMkLst>
          <pc:docMk/>
          <pc:sldMk cId="0" sldId="261"/>
        </pc:sldMkLst>
      </pc:sldChg>
      <pc:sldChg chg="ord">
        <pc:chgData name="Shubham Kumar" userId="e46c096b-f3cc-47db-bcd5-98988a210ea8" providerId="ADAL" clId="{50EC568D-F0CA-4037-BB7E-50D209189008}" dt="2026-06-04T05:36:12.203" v="3"/>
        <pc:sldMkLst>
          <pc:docMk/>
          <pc:sldMk cId="0" sldId="262"/>
        </pc:sldMkLst>
      </pc:sldChg>
      <pc:sldChg chg="ord">
        <pc:chgData name="Shubham Kumar" userId="e46c096b-f3cc-47db-bcd5-98988a210ea8" providerId="ADAL" clId="{50EC568D-F0CA-4037-BB7E-50D209189008}" dt="2026-06-04T05:37:07.205" v="9"/>
        <pc:sldMkLst>
          <pc:docMk/>
          <pc:sldMk cId="0" sldId="263"/>
        </pc:sldMkLst>
      </pc:sldChg>
      <pc:sldChg chg="ord">
        <pc:chgData name="Shubham Kumar" userId="e46c096b-f3cc-47db-bcd5-98988a210ea8" providerId="ADAL" clId="{50EC568D-F0CA-4037-BB7E-50D209189008}" dt="2026-06-04T05:37:19.348" v="13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20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35040" y="0"/>
            <a:ext cx="54864" cy="5143500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686800" y="1097280"/>
            <a:ext cx="457200" cy="54864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0" y="4114800"/>
            <a:ext cx="2560320" cy="54864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75120" y="731520"/>
            <a:ext cx="1828800" cy="1828800"/>
          </a:xfrm>
          <a:prstGeom prst="ellipse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14400"/>
            <a:ext cx="1463040" cy="1463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502920"/>
            <a:ext cx="1463040" cy="274320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57200" y="502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9144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57200" y="157276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 &amp;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57200" y="2231136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Management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57200" y="2889504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457200" y="3749040"/>
            <a:ext cx="54864" cy="9601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008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ADO.NET · ASP.NET Core Web API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· REST API · Stored Procedures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General Hospital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2648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SPs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12648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2648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·  ADO.NET  ·  DI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 rot="16200000">
            <a:off x="-150876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13716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2880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164592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8288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0" y="274320"/>
            <a:ext cx="6217920" cy="1417320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743200" y="274320"/>
            <a:ext cx="73152" cy="14173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621792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657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Management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0" y="74980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patients with unique codes, DOB, gender, phone &amp; email. Soft deactivation. Active list with live age calculation.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0" y="1828800"/>
            <a:ext cx="6217920" cy="1417320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2743200" y="1828800"/>
            <a:ext cx="73152" cy="14173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7792" y="2176272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66160" y="19202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 Management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566160" y="230428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profiles with specialization, consultation fee and availability. Queryable by specialization and status.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743200" y="3383280"/>
            <a:ext cx="6217920" cy="1417320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2743200" y="3383280"/>
            <a:ext cx="73152" cy="14173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7792" y="3730752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566160" y="34747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 Booking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3566160" y="385876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between patient &amp; doctor with date/time. Status tracking: Scheduled → Completed / Cancelled. Cancellation timestamp.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2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system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005840"/>
            <a:ext cx="7772400" cy="658368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54864" cy="658368"/>
          </a:xfrm>
          <a:prstGeom prst="rect">
            <a:avLst/>
          </a:prstGeom>
          <a:solidFill>
            <a:srgbClr val="FFD5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0424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353312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· API Clients · Swagger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1828800"/>
            <a:ext cx="7132320" cy="658368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05840" y="1828800"/>
            <a:ext cx="54864" cy="65836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188720" y="18653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17627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 · Controllers · Middleware · Global Logger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2651760"/>
            <a:ext cx="6400800" cy="658368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371600" y="2651760"/>
            <a:ext cx="54864" cy="658368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554480" y="26883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299923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· Interfaces · Typed Exceptions · Age/Status/Format Logic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37360" y="3474720"/>
            <a:ext cx="5669280" cy="658368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737360" y="3474720"/>
            <a:ext cx="54864" cy="658368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920240" y="35112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A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Access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3822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ADO.NET · Repository Pattern · Interfaces · Stored Procedures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4297680"/>
            <a:ext cx="4937760" cy="658368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103120" y="4297680"/>
            <a:ext cx="54864" cy="658368"/>
          </a:xfrm>
          <a:prstGeom prst="rect">
            <a:avLst/>
          </a:prstGeom>
          <a:solidFill>
            <a:srgbClr val="9A94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286000" y="43342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9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464515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· Transactions · Indexes · Referential Integrity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48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right, not just built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188720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618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1155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Dependency Injection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87552" y="14630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resolved via DI. Repository interfaces injected into controllers. No tight coupling.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4114800" cy="1188720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4114800" cy="54864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6187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11155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Safety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68112" y="14630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 in a SQL transaction. Unavailable doctor triggers rollback with error.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74320" y="2331720"/>
            <a:ext cx="4114800" cy="1188720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274320" y="2331720"/>
            <a:ext cx="4114800" cy="54864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58775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552" y="24414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Logic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87552" y="27889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calc, status checks &amp; schedule formatting live in the domain model — not DB, not API.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54880" y="2331720"/>
            <a:ext cx="4114800" cy="1188720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4754880" y="2331720"/>
            <a:ext cx="41148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58775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68112" y="24414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Middleware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68112" y="27889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Method, path and response time logged globally without touching individual controllers.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274320" y="3657600"/>
            <a:ext cx="4114800" cy="1188720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274320" y="3657600"/>
            <a:ext cx="4114800" cy="54864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913632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7552" y="37673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Errors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87552" y="41148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domain exceptions. Unhandled errors return structured response — zero internal detail leak.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754880" y="3657600"/>
            <a:ext cx="4114800" cy="1188720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4754880" y="3657600"/>
            <a:ext cx="4114800" cy="54864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913632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68112" y="37673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468112" y="41148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payloads validated before DB interaction. Unique constraints at both app and DB layers.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48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Endpoints &amp; HTTP Contract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384048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69848"/>
            <a:ext cx="658368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698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" y="10424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/api/patients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74920" y="10424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patient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75320" y="1069848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75320" y="1069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408176"/>
            <a:ext cx="8503920" cy="384048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" y="1472184"/>
            <a:ext cx="658368" cy="256032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0040" y="14721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14447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/api/patients/{id}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74920" y="14447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patient details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75320" y="1472184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75320" y="14721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1810512"/>
            <a:ext cx="8503920" cy="384048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1874520"/>
            <a:ext cx="658368" cy="25603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0040" y="18745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18470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/api/patients/{id}/deactivate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74920" y="18470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Soft-deactivate patient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75320" y="1874520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275320" y="18745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212848"/>
            <a:ext cx="8503920" cy="384048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0040" y="2276856"/>
            <a:ext cx="658368" cy="25603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0040" y="227685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" y="224942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/api/patients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74920" y="22494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patients with age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75320" y="2276856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75320" y="22768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2615184"/>
            <a:ext cx="8503920" cy="384048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20040" y="2679192"/>
            <a:ext cx="658368" cy="25603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0040" y="2679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1560" y="26517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/api/doctors?spec=&amp;available=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74920" y="26517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doctors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275320" y="2679192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275320" y="26791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3017520"/>
            <a:ext cx="8503920" cy="384048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20040" y="3081528"/>
            <a:ext cx="658368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30815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51560" y="30540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74920" y="30540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 (transactional)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275320" y="3081528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275320" y="30815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3419856"/>
            <a:ext cx="8503920" cy="384048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20040" y="3483864"/>
            <a:ext cx="658368" cy="256032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20040" y="348386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51560" y="34564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/api/appointments/{id}/cancel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74920" y="34564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scheduled appointment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275320" y="3483864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8275320" y="34838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3822192"/>
            <a:ext cx="8503920" cy="384048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320040" y="3886200"/>
            <a:ext cx="658368" cy="25603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20040" y="38862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51560" y="38587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/api/appointments/upcoming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074920" y="38587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upcoming appointments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275320" y="3886200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8275320" y="38862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0040" y="4224528"/>
            <a:ext cx="8503920" cy="384048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320040" y="4288536"/>
            <a:ext cx="658368" cy="25603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320040" y="42885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51560" y="42611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/api/appointments/doctor/{id}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074920" y="42611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by doctor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275320" y="4288536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8275320" y="42885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20040" y="4626864"/>
            <a:ext cx="8503920" cy="384048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320040" y="4690872"/>
            <a:ext cx="658368" cy="256032"/>
          </a:xfrm>
          <a:prstGeom prst="rect">
            <a:avLst/>
          </a:prstGeom>
          <a:solidFill>
            <a:srgbClr val="7E22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320040" y="4690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51560" y="46634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/api/reports/consolidated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074920" y="46634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appointment report view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8275320" y="4690872"/>
            <a:ext cx="502920" cy="256032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8275320" y="46908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behaviour contract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18288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788920" cy="1828800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17043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BFB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20391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BF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3591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F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 Appointment successfully created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987552"/>
            <a:ext cx="2788920" cy="1828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18688" y="117043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AE0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204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355848" y="20391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E0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23591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0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Deactivation or cancellation done; no body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987552"/>
            <a:ext cx="2788920" cy="1828800"/>
          </a:xfrm>
          <a:prstGeom prst="rect">
            <a:avLst/>
          </a:prstGeom>
          <a:solidFill>
            <a:srgbClr val="713F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63056" y="117043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DE6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300216" y="20391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Request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0216" y="23591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payload, past date, domain rule fail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999232"/>
            <a:ext cx="2788920" cy="1828800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318211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ECA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404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411480" y="40507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3708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 Doctor / Appointment not found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18688" y="2999232"/>
            <a:ext cx="2788920" cy="1828800"/>
          </a:xfrm>
          <a:prstGeom prst="rect">
            <a:avLst/>
          </a:prstGeom>
          <a:solidFill>
            <a:srgbClr val="4A1D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18688" y="318211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9D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409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3355848" y="40507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55848" y="43708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phone, email, or entity code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2999232"/>
            <a:ext cx="2788920" cy="182880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63056" y="318211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6300216" y="40507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0216" y="43708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error, zero internal detail exposed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2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system must 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18288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51960" cy="173736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5196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" y="1600200"/>
            <a:ext cx="64008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85216" y="155448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code, name, DOB, gender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8912" y="1819656"/>
            <a:ext cx="64008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85216" y="177393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&amp; email uniqueness enforced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8912" y="2039112"/>
            <a:ext cx="64008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85216" y="199339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record updates supported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8912" y="2258568"/>
            <a:ext cx="64008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85216" y="22128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deactivate (never hard-delete)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8912" y="2478024"/>
            <a:ext cx="64008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85216" y="243230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 + live age calculation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09160" y="1005840"/>
            <a:ext cx="4251960" cy="173736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709160" y="1005840"/>
            <a:ext cx="4251960" cy="54864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43000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03520" y="1115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873752" y="1600200"/>
            <a:ext cx="64008" cy="64008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5020056" y="155448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name, specialization, fee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873752" y="1819656"/>
            <a:ext cx="64008" cy="64008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5020056" y="177393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status toggle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873752" y="2039112"/>
            <a:ext cx="64008" cy="64008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5020056" y="199339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specialization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873752" y="2258568"/>
            <a:ext cx="64008" cy="64008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5020056" y="22128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availability status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274320" y="2880360"/>
            <a:ext cx="4251960" cy="173736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274320" y="2880360"/>
            <a:ext cx="4251960" cy="54864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17520"/>
            <a:ext cx="384048" cy="38404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68680" y="29900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A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438912" y="3474720"/>
            <a:ext cx="64008" cy="64008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/>
          <p:nvPr/>
        </p:nvSpPr>
        <p:spPr>
          <a:xfrm>
            <a:off x="585216" y="342900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patient ↔ doctor by date/time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438912" y="3694176"/>
            <a:ext cx="64008" cy="64008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/>
          <p:nvPr/>
        </p:nvSpPr>
        <p:spPr>
          <a:xfrm>
            <a:off x="585216" y="364845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if doctor unavailable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438912" y="3913632"/>
            <a:ext cx="64008" cy="64008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5"/>
          <p:cNvSpPr/>
          <p:nvPr/>
        </p:nvSpPr>
        <p:spPr>
          <a:xfrm>
            <a:off x="585216" y="386791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Scheduled / Completed / Cancelled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438912" y="4133088"/>
            <a:ext cx="64008" cy="64008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7"/>
          <p:cNvSpPr/>
          <p:nvPr/>
        </p:nvSpPr>
        <p:spPr>
          <a:xfrm>
            <a:off x="585216" y="40873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with recorded timestamp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438912" y="4352544"/>
            <a:ext cx="64008" cy="64008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9"/>
          <p:cNvSpPr/>
          <p:nvPr/>
        </p:nvSpPr>
        <p:spPr>
          <a:xfrm>
            <a:off x="585216" y="430682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&amp; by-doctor queries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4709160" y="2880360"/>
            <a:ext cx="4251960" cy="173736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1"/>
          <p:cNvSpPr/>
          <p:nvPr/>
        </p:nvSpPr>
        <p:spPr>
          <a:xfrm>
            <a:off x="4709160" y="2880360"/>
            <a:ext cx="4251960" cy="54864"/>
          </a:xfrm>
          <a:prstGeom prst="rect">
            <a:avLst/>
          </a:prstGeom>
          <a:solidFill>
            <a:srgbClr val="FFD58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017520"/>
            <a:ext cx="384048" cy="384048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5303520" y="29900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49" name="Shape 43"/>
          <p:cNvSpPr/>
          <p:nvPr/>
        </p:nvSpPr>
        <p:spPr>
          <a:xfrm>
            <a:off x="4873752" y="3474720"/>
            <a:ext cx="64008" cy="64008"/>
          </a:xfrm>
          <a:prstGeom prst="rect">
            <a:avLst/>
          </a:prstGeom>
          <a:solidFill>
            <a:srgbClr val="FFD5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4"/>
          <p:cNvSpPr/>
          <p:nvPr/>
        </p:nvSpPr>
        <p:spPr>
          <a:xfrm>
            <a:off x="5020056" y="342900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appointment view</a:t>
            </a:r>
            <a:endParaRPr lang="en-US" sz="1050" dirty="0"/>
          </a:p>
        </p:txBody>
      </p:sp>
      <p:sp>
        <p:nvSpPr>
          <p:cNvPr id="51" name="Shape 45"/>
          <p:cNvSpPr/>
          <p:nvPr/>
        </p:nvSpPr>
        <p:spPr>
          <a:xfrm>
            <a:off x="4873752" y="3694176"/>
            <a:ext cx="64008" cy="64008"/>
          </a:xfrm>
          <a:prstGeom prst="rect">
            <a:avLst/>
          </a:prstGeom>
          <a:solidFill>
            <a:srgbClr val="FFD5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6"/>
          <p:cNvSpPr/>
          <p:nvPr/>
        </p:nvSpPr>
        <p:spPr>
          <a:xfrm>
            <a:off x="5020056" y="364845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with &gt; 2 appointments</a:t>
            </a:r>
            <a:endParaRPr lang="en-US" sz="1050" dirty="0"/>
          </a:p>
        </p:txBody>
      </p:sp>
      <p:sp>
        <p:nvSpPr>
          <p:cNvPr id="53" name="Shape 47"/>
          <p:cNvSpPr/>
          <p:nvPr/>
        </p:nvSpPr>
        <p:spPr>
          <a:xfrm>
            <a:off x="4873752" y="3913632"/>
            <a:ext cx="64008" cy="64008"/>
          </a:xfrm>
          <a:prstGeom prst="rect">
            <a:avLst/>
          </a:prstGeom>
          <a:solidFill>
            <a:srgbClr val="FFD5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8"/>
          <p:cNvSpPr/>
          <p:nvPr/>
        </p:nvSpPr>
        <p:spPr>
          <a:xfrm>
            <a:off x="5020056" y="386791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medical specialization</a:t>
            </a:r>
            <a:endParaRPr lang="en-US" sz="1050" dirty="0"/>
          </a:p>
        </p:txBody>
      </p:sp>
      <p:sp>
        <p:nvSpPr>
          <p:cNvPr id="55" name="Shape 49"/>
          <p:cNvSpPr/>
          <p:nvPr/>
        </p:nvSpPr>
        <p:spPr>
          <a:xfrm>
            <a:off x="4873752" y="4133088"/>
            <a:ext cx="64008" cy="64008"/>
          </a:xfrm>
          <a:prstGeom prst="rect">
            <a:avLst/>
          </a:prstGeom>
          <a:solidFill>
            <a:srgbClr val="FFD5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0"/>
          <p:cNvSpPr/>
          <p:nvPr/>
        </p:nvSpPr>
        <p:spPr>
          <a:xfrm>
            <a:off x="5020056" y="40873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booking detection</a:t>
            </a:r>
            <a:endParaRPr lang="en-US" sz="1050" dirty="0"/>
          </a:p>
        </p:txBody>
      </p:sp>
      <p:sp>
        <p:nvSpPr>
          <p:cNvPr id="57" name="Shape 51"/>
          <p:cNvSpPr/>
          <p:nvPr/>
        </p:nvSpPr>
        <p:spPr>
          <a:xfrm>
            <a:off x="4873752" y="4352544"/>
            <a:ext cx="64008" cy="64008"/>
          </a:xfrm>
          <a:prstGeom prst="rect">
            <a:avLst/>
          </a:prstGeom>
          <a:solidFill>
            <a:srgbClr val="FFD5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2"/>
          <p:cNvSpPr/>
          <p:nvPr/>
        </p:nvSpPr>
        <p:spPr>
          <a:xfrm>
            <a:off x="5020056" y="430682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7 days filter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48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· Relationships · Rules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834640" cy="4114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2834640" cy="329184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38328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PatientId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1792224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PatientCode (UNIQUE)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21408"/>
            <a:ext cx="2834640" cy="329184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21396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FullName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450592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2468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DateOfBirth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779776"/>
            <a:ext cx="2834640" cy="329184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27980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108960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3127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 (UNIQUE)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438144"/>
            <a:ext cx="2834640" cy="329184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34564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(UNIQUE, NULL)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767328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37856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IsActive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1051560"/>
            <a:ext cx="2834640" cy="411480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2900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91840" y="1463040"/>
            <a:ext cx="2834640" cy="329184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01568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AppointmentId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91840" y="1792224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29000" y="1810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PatientId (FK)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2121408"/>
            <a:ext cx="2834640" cy="329184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29000" y="21396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DoctorId (FK)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2450592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429000" y="2468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AppointmentDateTime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2779776"/>
            <a:ext cx="2834640" cy="329184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429000" y="27980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(ENUM)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3108960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429000" y="3127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CancelledAt (NULL)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1051560"/>
            <a:ext cx="2834640" cy="411480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44652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09360" y="1463040"/>
            <a:ext cx="2834640" cy="329184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19088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DoctorId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09360" y="1792224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446520" y="1810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DoctorCode (UNIQUE)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09360" y="2121408"/>
            <a:ext cx="2834640" cy="329184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446520" y="21396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FullName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09360" y="2450592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46520" y="2468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Specialization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09360" y="2779776"/>
            <a:ext cx="2834640" cy="329184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446520" y="27980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 (UNIQUE)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9360" y="3108960"/>
            <a:ext cx="2834640" cy="329184"/>
          </a:xfrm>
          <a:prstGeom prst="rect">
            <a:avLst/>
          </a:prstGeom>
          <a:solidFill>
            <a:srgbClr val="EEE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446520" y="3127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ConsultationFee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09360" y="3438144"/>
            <a:ext cx="2834640" cy="329184"/>
          </a:xfrm>
          <a:prstGeom prst="rect">
            <a:avLst/>
          </a:prstGeom>
          <a:solidFill>
            <a:srgbClr val="FA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446520" y="34564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IsAvailable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4612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28600" y="4480560"/>
            <a:ext cx="8686800" cy="50292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20040" y="4507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ops via Stored Procedures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057400" y="4507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Transactional booking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794760" y="4507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Referential integrity enforced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532120" y="4507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Soft-delete only (IsActive)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269480" y="4507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Indexes on Doctor + Date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30358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9476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31720" y="137160"/>
            <a:ext cx="73152" cy="21122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496312" y="1920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SPs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496312" y="5394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sp_AddPatient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496312" y="9418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sp_UpdatePatient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496312" y="13441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sp_DeactivatePatient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496312" y="174650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sp_GetActivePatients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52160" y="137160"/>
            <a:ext cx="73152" cy="905256"/>
          </a:xfrm>
          <a:prstGeom prst="rect">
            <a:avLst/>
          </a:prstGeom>
          <a:solidFill>
            <a:srgbClr val="E861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016752" y="1920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86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SPs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16752" y="5394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sp_GetDoctorsByFilter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331720" y="2651760"/>
            <a:ext cx="73152" cy="2112264"/>
          </a:xfrm>
          <a:prstGeom prst="rect">
            <a:avLst/>
          </a:prstGeom>
          <a:solidFill>
            <a:srgbClr val="7D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496312" y="27066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D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SPs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496312" y="30540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sp_AddAppointment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496312" y="34564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sp_CancelAppointment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496312" y="38587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sp_GetUpcomingAppointments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2496312" y="426110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sp_GetAppointmentsByDoctor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852160" y="2286000"/>
            <a:ext cx="73152" cy="2514600"/>
          </a:xfrm>
          <a:prstGeom prst="rect">
            <a:avLst/>
          </a:prstGeom>
          <a:solidFill>
            <a:srgbClr val="FFD5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016752" y="23408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SPs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016752" y="268833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sp_GetAppointmentDetails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016752" y="30906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sp_GetDoctorsWithMoreAppointments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016752" y="34930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sp_GetRevenueBySpecialization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016752" y="38953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sp_GetDuplicateAppointments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016752" y="42976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sp_GetNext7DaysAppointments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3291840" cy="36576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3291840" cy="594360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499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Server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3291840" cy="594360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185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C# / .NET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4597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3291840" cy="594360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28712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ADO.NET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1455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3291840" cy="594360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557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ASP.NET Core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8313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Framework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206240"/>
            <a:ext cx="3291840" cy="594360"/>
          </a:xfrm>
          <a:prstGeom prst="rect">
            <a:avLst/>
          </a:prstGeom>
          <a:solidFill>
            <a:srgbClr val="C483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4242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Postman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5171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69080" y="320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69080" y="594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submit</a:t>
            </a:r>
            <a:endParaRPr lang="en-US" sz="22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1271016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572000" y="12344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application running on local machine — live demo</a:t>
            </a:r>
            <a:endParaRPr lang="en-US" sz="11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2020824"/>
            <a:ext cx="365760" cy="3657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572000" y="198424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 — solution folder zipped</a:t>
            </a:r>
            <a:endParaRPr lang="en-US" sz="115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2770632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572000" y="273405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script — schema, all 14 stored procedures, sample data</a:t>
            </a:r>
            <a:endParaRPr lang="en-US" sz="115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3520440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572000" y="348386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collection — requests for every endpoint</a:t>
            </a:r>
            <a:endParaRPr lang="en-US" sz="115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4270248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572000" y="423367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 — structure, setup steps &amp; assumptions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814</Words>
  <Application>Microsoft Office PowerPoint</Application>
  <PresentationFormat>On-screen Show (16:9)</PresentationFormat>
  <Paragraphs>218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Shubham Kumar</cp:lastModifiedBy>
  <cp:revision>2</cp:revision>
  <dcterms:created xsi:type="dcterms:W3CDTF">2026-06-03T09:37:35Z</dcterms:created>
  <dcterms:modified xsi:type="dcterms:W3CDTF">2026-06-04T05:37:27Z</dcterms:modified>
</cp:coreProperties>
</file>